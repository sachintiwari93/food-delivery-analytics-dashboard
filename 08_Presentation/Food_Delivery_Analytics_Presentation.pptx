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2FE7E-AD7A-492B-81A3-3646B6F454DB}" v="6" dt="2026-07-28T11:35:54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66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41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80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69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07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69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2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41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12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78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49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A14FD-4770-4041-B532-63D0834707D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8D345A9-F006-4937-855E-4FCBBB9E895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19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C8B8-EEA0-D263-9993-B6FA9E238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Food Delivery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69C47-4AD2-F024-469D-E0EC07DCF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175878"/>
          </a:xfrm>
        </p:spPr>
        <p:txBody>
          <a:bodyPr>
            <a:noAutofit/>
          </a:bodyPr>
          <a:lstStyle/>
          <a:p>
            <a:r>
              <a:rPr lang="en-IN" sz="2400" dirty="0"/>
              <a:t>Using SQL, Python and Power BI</a:t>
            </a:r>
          </a:p>
          <a:p>
            <a:r>
              <a:rPr lang="en-IN" sz="2400" dirty="0"/>
              <a:t>Presented by: Sachin Tiwari</a:t>
            </a:r>
          </a:p>
        </p:txBody>
      </p:sp>
    </p:spTree>
    <p:extLst>
      <p:ext uri="{BB962C8B-B14F-4D97-AF65-F5344CB8AC3E}">
        <p14:creationId xmlns:p14="http://schemas.microsoft.com/office/powerpoint/2010/main" val="2364368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DA2D-0A9A-1EFC-D6EA-A1CAB3B4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4A8A5-A057-2742-407D-BA620019C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Analyze food delivery orders.</a:t>
            </a:r>
          </a:p>
          <a:p>
            <a:r>
              <a:rPr lang="en-US" sz="2400" dirty="0"/>
              <a:t>Monitor total revenue.</a:t>
            </a:r>
          </a:p>
          <a:p>
            <a:r>
              <a:rPr lang="en-US" sz="2400" dirty="0"/>
              <a:t>Track customer ratings.</a:t>
            </a:r>
          </a:p>
          <a:p>
            <a:r>
              <a:rPr lang="en-US" sz="2400" dirty="0"/>
              <a:t>Identify top-performing restaurants.</a:t>
            </a:r>
          </a:p>
          <a:p>
            <a:r>
              <a:rPr lang="en-US" sz="2400" dirty="0"/>
              <a:t>Build an interactive Power BI dashboard.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1777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0EEC-FDD9-E742-7638-BFE07A57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4D10-6851-98C6-06F2-11155F324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SQL</a:t>
            </a:r>
          </a:p>
          <a:p>
            <a:r>
              <a:rPr lang="en-IN" sz="2400" dirty="0"/>
              <a:t>Python</a:t>
            </a:r>
          </a:p>
          <a:p>
            <a:r>
              <a:rPr lang="en-IN" sz="2400" dirty="0"/>
              <a:t>Pandas</a:t>
            </a:r>
          </a:p>
          <a:p>
            <a:r>
              <a:rPr lang="en-IN" sz="2400" dirty="0"/>
              <a:t>Matplotlib</a:t>
            </a:r>
          </a:p>
          <a:p>
            <a:r>
              <a:rPr lang="en-IN" sz="2400" dirty="0"/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362908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77D7-3B89-1260-9B6A-57E45D53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BEEBE-FA5A-68F1-C32B-844A60020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Raw Data</a:t>
            </a:r>
          </a:p>
          <a:p>
            <a:r>
              <a:rPr lang="en-IN" sz="2400" dirty="0"/>
              <a:t>Data Cleaning</a:t>
            </a:r>
          </a:p>
          <a:p>
            <a:r>
              <a:rPr lang="en-IN" sz="2400" dirty="0"/>
              <a:t>SQL Analysis</a:t>
            </a:r>
          </a:p>
          <a:p>
            <a:r>
              <a:rPr lang="en-IN" sz="2400" dirty="0"/>
              <a:t>Python EDA</a:t>
            </a:r>
          </a:p>
          <a:p>
            <a:r>
              <a:rPr lang="en-IN" sz="2400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79397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7028-7374-2E53-0927-1F89F415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9E23BA-401C-469F-6B2B-3E668B684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936" y="2016125"/>
            <a:ext cx="9237519" cy="412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4C04-5D3C-634A-7D64-5965530B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607A1-2F04-899D-94D2-4B17A4246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Highest revenue generated by Aura Pizzas</a:t>
            </a:r>
          </a:p>
          <a:p>
            <a:r>
              <a:rPr lang="en-US" sz="2400" dirty="0"/>
              <a:t>Most orders were Delivered (21K+)</a:t>
            </a:r>
          </a:p>
          <a:p>
            <a:r>
              <a:rPr lang="en-US" sz="2400" dirty="0"/>
              <a:t>Peak order time: 8 PM – 9 PM</a:t>
            </a:r>
          </a:p>
          <a:p>
            <a:r>
              <a:rPr lang="en-US" sz="2400" dirty="0"/>
              <a:t>Average customer rating: 4.0</a:t>
            </a:r>
          </a:p>
          <a:p>
            <a:r>
              <a:rPr lang="en-US" sz="2400" dirty="0"/>
              <a:t>Most deliveries are within 1–3 km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3255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E177-53D1-49F3-9ECA-36FA0396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56DCA-CE9B-9C6F-CDE2-13142A5DC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Successfully analyzed food delivery data.</a:t>
            </a:r>
          </a:p>
          <a:p>
            <a:r>
              <a:rPr lang="en-US" sz="2400" dirty="0"/>
              <a:t>Built an interactive Power BI dashboard.</a:t>
            </a:r>
          </a:p>
          <a:p>
            <a:r>
              <a:rPr lang="en-US" sz="2400" dirty="0"/>
              <a:t>Generated meaningful business insights.</a:t>
            </a:r>
          </a:p>
          <a:p>
            <a:r>
              <a:rPr lang="en-US" sz="2400" dirty="0"/>
              <a:t>Improved decision-making through data visualization.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9523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696C-8CC9-91F8-ED4A-B2EDD3A8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399D-5276-B28D-3163-CAF68A4A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329343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45</TotalTime>
  <Words>131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Food Delivery Analytics Dashboard</vt:lpstr>
      <vt:lpstr>PROJECT OBJECTIVE</vt:lpstr>
      <vt:lpstr>TOOLS AND TECHNOLOGIES USED</vt:lpstr>
      <vt:lpstr>PROJECT WORKFLOW</vt:lpstr>
      <vt:lpstr>DASHBOARD OVERVIEW</vt:lpstr>
      <vt:lpstr>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patel</dc:creator>
  <cp:lastModifiedBy>mayank patel</cp:lastModifiedBy>
  <cp:revision>1</cp:revision>
  <dcterms:created xsi:type="dcterms:W3CDTF">2026-07-28T10:52:44Z</dcterms:created>
  <dcterms:modified xsi:type="dcterms:W3CDTF">2026-07-28T11:38:27Z</dcterms:modified>
</cp:coreProperties>
</file>